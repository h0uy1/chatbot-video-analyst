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Key Point Discussion from Video Transcript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Local Video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Sustainable Development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Resources for sustainable development are severely challenged.</a:t>
            </a:r>
          </a:p>
          <a:p>
            <a:pPr/>
            <a:r>
              <a:t>Many countries struggle to make ends meet.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